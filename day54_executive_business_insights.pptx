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Turning Analytics into Executive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Day 54/60 | ABTalks Data Science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6634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Customer Risk • Sales • Customer Value •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 snapshot of the customer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Customers analysed: 793</a:t>
            </a:r>
          </a:p>
          <a:p>
            <a:pPr>
              <a:spcAft>
                <a:spcPts val="1500"/>
              </a:spcAft>
              <a:defRPr sz="2200"/>
            </a:pPr>
            <a:r>
              <a:t>Total sales in dataset: ₹2,261,536.78</a:t>
            </a:r>
          </a:p>
          <a:p>
            <a:pPr>
              <a:spcAft>
                <a:spcPts val="1500"/>
              </a:spcAft>
              <a:defRPr sz="2200"/>
            </a:pPr>
            <a:r>
              <a:t>Total estimated CLV: ₹2,556,306.97</a:t>
            </a:r>
          </a:p>
          <a:p>
            <a:pPr>
              <a:spcAft>
                <a:spcPts val="1500"/>
              </a:spcAft>
              <a:defRPr sz="2200"/>
            </a:pPr>
            <a:r>
              <a:t>Average estimated CLV per customer: ₹3,223.59</a:t>
            </a:r>
          </a:p>
          <a:p>
            <a:pPr>
              <a:spcAft>
                <a:spcPts val="1500"/>
              </a:spcAft>
              <a:defRPr sz="2200"/>
            </a:pPr>
            <a:r>
              <a:t>High-risk customers: 264 (33.29%)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Risk Distribution</a:t>
            </a:r>
          </a:p>
        </p:txBody>
      </p:sp>
      <p:pic>
        <p:nvPicPr>
          <p:cNvPr id="3" name="Picture 2" descr="day54_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6459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BUSINESS TAKEAWAY</a:t>
            </a:r>
          </a:p>
          <a:p>
            <a:pPr>
              <a:spcBef>
                <a:spcPts val="1500"/>
              </a:spcBef>
              <a:defRPr sz="2000"/>
            </a:pPr>
            <a:r>
              <a:t>264 customers (33.29%) are classified as high risk. Review their behaviour and retention needs before selecting interventions.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Contribution by Risk Group</a:t>
            </a:r>
          </a:p>
        </p:txBody>
      </p:sp>
      <p:pic>
        <p:nvPicPr>
          <p:cNvPr id="3" name="Picture 2" descr="day54_sales_by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6459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BUSINESS TAKEAWAY</a:t>
            </a:r>
          </a:p>
          <a:p>
            <a:pPr>
              <a:spcBef>
                <a:spcPts val="1500"/>
              </a:spcBef>
              <a:defRPr sz="2000"/>
            </a:pPr>
            <a:r>
              <a:t>High-risk customers contribute 26.48% of recorded sales. Assess this segment for possible re-engagement opportunities.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Purchase Recency</a:t>
            </a:r>
          </a:p>
        </p:txBody>
      </p:sp>
      <p:pic>
        <p:nvPicPr>
          <p:cNvPr id="3" name="Picture 2" descr="day54_recency_by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6459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BUSINESS TAKEAWAY</a:t>
            </a:r>
          </a:p>
          <a:p>
            <a:pPr>
              <a:spcBef>
                <a:spcPts val="1500"/>
              </a:spcBef>
              <a:defRPr sz="2000"/>
            </a:pPr>
            <a:r>
              <a:t>Average days since last order: High Risk 345.04; Medium Risk 77.56; Low Risk 22.74. Consider testing targeted engagement for inactive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Retention Strategy Distribution</a:t>
            </a:r>
          </a:p>
        </p:txBody>
      </p:sp>
      <p:pic>
        <p:nvPicPr>
          <p:cNvPr id="3" name="Picture 2" descr="day54_retention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6459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BUSINESS TAKEAWAY</a:t>
            </a:r>
          </a:p>
          <a:p>
            <a:pPr>
              <a:spcBef>
                <a:spcPts val="1500"/>
              </a:spcBef>
              <a:defRPr sz="2000"/>
            </a:pPr>
            <a:r>
              <a:t>Review how retention strategies are assigned. The current dataset assigns high-risk customers to Targeted Re-engagement or Immediate Retention Campaign.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Value at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High-risk estimated CLV: ₹800,909.84</a:t>
            </a:r>
          </a:p>
          <a:p>
            <a:pPr>
              <a:spcAft>
                <a:spcPts val="1500"/>
              </a:spcAft>
              <a:defRPr sz="2000"/>
            </a:pPr>
            <a:r>
              <a:t>Share of total estimated CLV: 31.33%</a:t>
            </a:r>
          </a:p>
          <a:p>
            <a:pPr>
              <a:spcAft>
                <a:spcPts val="1500"/>
              </a:spcAft>
              <a:defRPr sz="2000"/>
            </a:pPr>
            <a:r>
              <a:t>Average estimated CLV for high-risk customers: ₹3,033.75</a:t>
            </a:r>
          </a:p>
          <a:p>
            <a:pPr>
              <a:spcAft>
                <a:spcPts val="1500"/>
              </a:spcAft>
              <a:defRPr sz="2000"/>
            </a:pPr>
            <a:r>
              <a:t>Business implication: investigate whether targeted retention can protect valuable customer relationships.</a:t>
            </a:r>
          </a:p>
          <a:p>
            <a:pPr>
              <a:spcAft>
                <a:spcPts val="1500"/>
              </a:spcAft>
              <a:defRPr sz="2000"/>
            </a:pPr>
            <a:r>
              <a:t>Important: estimated CLV is a model-derived measure, not guaranteed future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Business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1. Review high-risk customers with long purchase gaps.</a:t>
            </a:r>
          </a:p>
          <a:p>
            <a:pPr>
              <a:spcAft>
                <a:spcPts val="1500"/>
              </a:spcAft>
              <a:defRPr sz="2000"/>
            </a:pPr>
            <a:r>
              <a:t>2. Test targeted re-engagement on a defined customer segment.</a:t>
            </a:r>
          </a:p>
          <a:p>
            <a:pPr>
              <a:spcAft>
                <a:spcPts val="1500"/>
              </a:spcAft>
              <a:defRPr sz="2000"/>
            </a:pPr>
            <a:r>
              <a:t>3. Prioritise outreach using risk, estimated CLV, and business context.</a:t>
            </a:r>
          </a:p>
          <a:p>
            <a:pPr>
              <a:spcAft>
                <a:spcPts val="1500"/>
              </a:spcAft>
              <a:defRPr sz="2000"/>
            </a:pPr>
            <a:r>
              <a:t>4. Track repeat purchases, recovered sales, and campaign response.</a:t>
            </a:r>
          </a:p>
          <a:p>
            <a:pPr>
              <a:spcAft>
                <a:spcPts val="1500"/>
              </a:spcAft>
              <a:defRPr sz="2000"/>
            </a:pPr>
            <a:r>
              <a:t>5. Compare results against a baseline before scaling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/>
            </a:pPr>
            <a:r>
              <a:t>Risk classifications describe model or dataset categories; they do not guarantee churn.</a:t>
            </a:r>
          </a:p>
          <a:p>
            <a:pPr>
              <a:spcAft>
                <a:spcPts val="1500"/>
              </a:spcAft>
              <a:defRPr sz="1900"/>
            </a:pPr>
            <a:r>
              <a:t>Historical associations do not prove that a retention campaign causes better outcomes.</a:t>
            </a:r>
          </a:p>
          <a:p>
            <a:pPr>
              <a:spcAft>
                <a:spcPts val="1500"/>
              </a:spcAft>
              <a:defRPr sz="1900"/>
            </a:pPr>
            <a:r>
              <a:t>Estimated CLV should not be interpreted as guaranteed future revenue.</a:t>
            </a:r>
          </a:p>
          <a:p>
            <a:pPr>
              <a:spcAft>
                <a:spcPts val="1500"/>
              </a:spcAft>
              <a:defRPr sz="1900"/>
            </a:pPr>
            <a:r>
              <a:t>Validate the recommendations with campaign experiments and subsequent customer data.</a:t>
            </a:r>
          </a:p>
          <a:p>
            <a:pPr>
              <a:spcAft>
                <a:spcPts val="1500"/>
              </a:spcAft>
              <a:defRPr sz="1900"/>
            </a:pPr>
            <a:r>
              <a:t>Monitor customer activity and review results regularly.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